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D98A2-8D70-7A7E-29CE-C359E2C6BD0F}" v="3" dt="2026-08-20T19:56:44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0"/>
            <a:ext cx="73152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autónomo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nube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371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</a:t>
            </a:r>
            <a:endParaRPr lang="en-US" sz="3600" dirty="0"/>
          </a:p>
        </p:txBody>
      </p:sp>
      <p:sp>
        <p:nvSpPr>
          <p:cNvPr id="7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971800"/>
            <a:ext cx="1005840" cy="45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Habilitación, seguridad, asignación de tareas, personalización con MCP y uso responsable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18872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Entender y habilitar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62763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es, disponibilidad, tareas, formas de delegar y costos en Actions y PRUs.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09728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09728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18872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Seguridad y límites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62763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gobernanza, riesgos, mitigaciones y limitaciones conocidas.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2316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2316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514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Asignar y hacer seguimiento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4088" y="295351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Issues, API GraphQL, señales de progreso, iteración y troubleshooting.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42316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42316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7468" y="2514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Personalizar y validar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87468" y="295351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previo, runners, firewall, MCP y prácticas de testing.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84048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Uso responsable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" y="427939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Funcionamiento extremo a extremo, casos de uso y limitaciones generales.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749040"/>
            <a:ext cx="395478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74904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7468" y="384048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87468" y="4279392"/>
            <a:ext cx="35707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clave para adoptar el agente con control y calidad.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y habilitar el Cloud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 el agente, dónde está disponible y qué recursos consume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integrante autónomo del equipo dentro de GitHub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 autónomo de desarrollo que recibe tareas claramente definidas.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 el código, crea una rama y genera un plan de implementación.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 los cambios manteniendo al usuario en control de cuándo abrir un Pull Request.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finalizar el trabajo, solicita revisión al equipo.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Mencionar @copilot en un comentario del Pull Request le permite iterar sobre su trabajo.</a:t>
            </a:r>
            <a:endParaRPr lang="en-US" sz="14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2560320" cy="11887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54864" cy="1188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2918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visible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37307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de sesión e historial de Pull Requests.</a:t>
            </a:r>
            <a:endParaRPr lang="en-US" sz="105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200400"/>
            <a:ext cx="2560320" cy="11887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200400"/>
            <a:ext cx="54864" cy="1188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32918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humano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37307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decide si y cuándo abrir el PR.</a:t>
            </a:r>
            <a:endParaRPr lang="en-US" sz="1050" dirty="0"/>
          </a:p>
        </p:txBody>
      </p:sp>
      <p:sp>
        <p:nvSpPr>
          <p:cNvPr id="15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200400"/>
            <a:ext cx="2560320" cy="11887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200400"/>
            <a:ext cx="54864" cy="1188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32918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81928" y="37307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compañeros ven los pasos y participan.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Y REPOSITORIOS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186309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1479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1479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individual.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4610" y="1188720"/>
            <a:ext cx="186309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4610" y="118872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5778" y="1280160"/>
            <a:ext cx="1479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Pro+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95778" y="1719072"/>
            <a:ext cx="1479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individual ampliado.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186309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7468" y="1280160"/>
            <a:ext cx="1479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Business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87468" y="1719072"/>
            <a:ext cx="1479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organización.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7990" y="1188720"/>
            <a:ext cx="1863090" cy="10972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7990" y="1188720"/>
            <a:ext cx="54864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9158" y="1280160"/>
            <a:ext cx="1479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Enterprise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79158" y="1719072"/>
            <a:ext cx="1479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empresa.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alojados en GitHub.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Excepción: repositorios pertenecientes a cuentas de usuario administradas.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Excepción: repositorios donde el agente está deshabilitado.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TRABAJO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que puede realizar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2588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Corregir bugs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6479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y regresiones detectadas en el código.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23444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32588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Nuevas funcionalidades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6479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Implementaciones incrementales bien delimitadas.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3444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3444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32588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tests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6479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Mejorar la cobertura o generar tests faltantes.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0175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" y="345643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o actualizar documentación del proyecto.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2608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175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Deuda técnica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45643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pendientes y refactorizaciones específicas.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26080"/>
            <a:ext cx="2560320" cy="1463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26080"/>
            <a:ext cx="54864" cy="14630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175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Prototipado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3456432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nuevos proyectos y conceptos iniciales.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DE ENTRADA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Formas de delegar trabajo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395478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2588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un issue a Copilot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64792"/>
            <a:ext cx="35707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GitHub.com, GitHub Mobile o mediante API y CLI. El agente recibe título, descripción y comentarios existentes.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234440"/>
            <a:ext cx="395478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23444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32588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cambios de código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764792"/>
            <a:ext cx="35707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el panel Agents, Copilot Chat, el IDE, otra herramienta agéntica compatible con MCP o Raycast en macOS.</a:t>
            </a:r>
            <a:endParaRPr lang="en-US" sz="1050" dirty="0"/>
          </a:p>
        </p:txBody>
      </p:sp>
      <p:sp>
        <p:nvSpPr>
          <p:cNvPr id="14" name="Recuadro destac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63240"/>
            <a:ext cx="8138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004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finalizar, el agente solicita revisión. Un comentario en el Pull Request mencionando @copilot le pide iterar sobre el trabajo entregado.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Diferencias con los asistentes tradicionales del 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 tradicional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Ayuda a escribir código localmente.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desarrollador crea ramas y hace commits.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push y la descripción del PR son manuales.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iteración ocurre fuera del historial del repositorio.</a:t>
            </a:r>
            <a:endParaRPr lang="en-US" sz="1250" dirty="0"/>
          </a:p>
        </p:txBody>
      </p:sp>
      <p:sp>
        <p:nvSpPr>
          <p:cNvPr id="8" name="Panel comparativ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143000"/>
            <a:ext cx="4023360" cy="29260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Cloud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el trabajo ocurre mediante commits en GitHub.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 ramas, mensajes de commit y generación de código.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decide si y cuándo abrir el Pull Request.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trabajo queda visible en logs de sesión e historial de PRs.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interacción se realiza con comentarios de revisión del PR.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MODOS DE AUTONOMÍA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 frente a Agent Mode del IDE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54780" cy="173736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73736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630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901952"/>
            <a:ext cx="35707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autónomamente en un entorno basado en GitHub Actions para completar tareas asignadas mediante issues o Copilot Chat.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71600"/>
            <a:ext cx="3954780" cy="173736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71600"/>
            <a:ext cx="54864" cy="173736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4630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Mode (Copilot Edits)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901952"/>
            <a:ext cx="35707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Realiza ediciones autónomas de forma local, dentro de la sesión del IDE del desarrollador.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Ambos modos son complementarios: el trabajo local acelera la edición inmediata y el agente en la nube absorbe tareas asíncronas y delimitadas.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ACCESO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Habilitación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54780" cy="1645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6459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630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de una organización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901952"/>
            <a:ext cx="35707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disponibilidad es administrada por los administradores de la organización o de la empresa.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71600"/>
            <a:ext cx="3954780" cy="1645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71600"/>
            <a:ext cx="54864" cy="16459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4630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personales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901952"/>
            <a:ext cx="35707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se configura desde las opciones de la cuenta del usuario.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políticas de seguridad y gobernanza existentes continúan aplicándose una vez habilitado el agente.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 DE RECURSOS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Costos: GitHub Actions y PRUs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3954780" cy="1371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3716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minutes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35707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Sostienen el entorno temporal de compilación y pruebas donde trabaja el agente.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3954780" cy="1371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54864" cy="13716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280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Premium Request Units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719072"/>
            <a:ext cx="35707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Cubren el razonamiento de los modelos avanzados que utiliza el agente.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138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el 4 de junio de 2025 el agente utiliza una solicitud premium por cada solicitud de modelo que realiza.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 de las asignaciones mensuales de Actions y solicitudes premium, las tareas pueden ejecutarse sin cargos adicionales.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Conviene reservar las PRUs para ediciones de múltiples archivos, generación de tests y cambios amplios que exigen mayor razonamiento.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modificaciones simples requieren menos pasos intensivos en PRUs.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Seguridad, riesgos y limitaciones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Gobernanza, entorno restringido, mitigaciones y límites conocidos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SEGURO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seguridad y protecciones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Gobernanza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disponibilidad se controla desde la organización y la empresa; las políticas existentes siguen vigentes.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restringido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de GitHub Actions con acceso a Internet protegido por firewall y lectura del repositorio.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Restricción de ramas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crea y hace push a ramas copilot/; las protecciones y comprobaciones requeridas se mantienen.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responde a usuarios con permisos de escritura; los demás comentarios se ignoran.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Colaboradores externos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PRs del agente requieren aprobación de un usuario con escritura antes de ejecutar Actions.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y atribución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commits se realizan junto al desarrollador que asignó la tarea, manteniendo la atribución clara.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MITIGACIONES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Riesgo: el agente puede hacer push de código</a:t>
            </a:r>
            <a:endParaRPr lang="en-US" sz="2400" dirty="0"/>
          </a:p>
        </p:txBody>
      </p:sp>
      <p:sp>
        <p:nvSpPr>
          <p:cNvPr id="6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4416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los usuarios con permisos de escritura pueden activar trabajos del agente.</a:t>
            </a:r>
            <a:endParaRPr lang="en-US" sz="1250" dirty="0"/>
          </a:p>
        </p:txBody>
      </p:sp>
      <p:sp>
        <p:nvSpPr>
          <p:cNvPr id="9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11096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91109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pushes están restringidos a ramas copilot/, nunca a main o master.</a:t>
            </a:r>
            <a:endParaRPr lang="en-US" sz="1250" dirty="0"/>
          </a:p>
        </p:txBody>
      </p:sp>
      <p:sp>
        <p:nvSpPr>
          <p:cNvPr id="12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78024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47802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credenciales del agente permiten únicamente un push simple.</a:t>
            </a:r>
            <a:endParaRPr lang="en-US" sz="1250" dirty="0"/>
          </a:p>
        </p:txBody>
      </p:sp>
      <p:sp>
        <p:nvSpPr>
          <p:cNvPr id="15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44952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449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workflows de Actions no se ejecutan hasta seleccionar Approve and run workflows.</a:t>
            </a:r>
            <a:endParaRPr lang="en-US" sz="1250" dirty="0"/>
          </a:p>
        </p:txBody>
      </p:sp>
      <p:sp>
        <p:nvSpPr>
          <p:cNvPr id="18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1188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solicitante del Pull Request no puede aprobarlo por sí mismo.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revisión humana del resultado sigue siendo obligatoria, igual que con el código de cualquier integrante del equipo.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RIESGOS Y CONTROLES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sensible y prompt injection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0"/>
            <a:ext cx="3954780" cy="18288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0"/>
            <a:ext cx="54864" cy="18288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71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información sensible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810512"/>
            <a:ext cx="35707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acceso a Internet del agente está restringido mediante firewall de forma predeterminada. Puede personalizarse o deshabilitarse según la política de la organización.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280160"/>
            <a:ext cx="3954780" cy="18288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280160"/>
            <a:ext cx="54864" cy="18288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371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810512"/>
            <a:ext cx="35707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caracteres ocultos, como los comentarios HTML, se filtran antes de pasar la entrada al agente, reduciendo el riesgo de instrucciones maliciosas ocultas en comentarios o issues.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pesar de estas protecciones, los resultados deben revisarse cuidadosamente antes de integrarlos.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DEL AGENTE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del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138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puede realizar cambios en el mismo repositorio donde se encuentra el issue o Pull Request asignado.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defecto el contexto está limitado al repositorio asignado; puede ampliarse mediante MCP.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exactamente un Pull Request por tarea.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puede modificar un Pull Request existente que no haya creado.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 TÉCNICAS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de compatibilidad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firma commits: si se requieren commits firmados, hay que reescribir el historial antes del merge.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Requiere runners Ubuntu x64 alojados en GitHub y no admite self-hosted runners.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está disponible para repositorios personales de cuentas de usuario administradas.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respeta las exclusiones de contenido: puede ver y actualizar archivos excluidos.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política Suggestions matching public code no se aplica y pueden no proporcionarse referencias.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únicamente con repositorios alojados en GitHub.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puede cambiar el modelo de IA utilizado; lo selecciona GitHub.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Asignar, seguir y solucionar tareas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issue al Pull Request revisado, con señales claras de progreso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DEL AGENTE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ocurre al asignar un issue a Copilot</a:t>
            </a:r>
            <a:endParaRPr lang="en-US" sz="2400" dirty="0"/>
          </a:p>
        </p:txBody>
      </p:sp>
      <p:sp>
        <p:nvSpPr>
          <p:cNvPr id="6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5272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agrega una reacción de observación al issue.</a:t>
            </a:r>
            <a:endParaRPr lang="en-US" sz="1250" dirty="0"/>
          </a:p>
        </p:txBody>
      </p:sp>
      <p:sp>
        <p:nvSpPr>
          <p:cNvPr id="9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19656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1965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una rama dedicada con el prefijo copilot/.</a:t>
            </a:r>
            <a:endParaRPr lang="en-US" sz="1250" dirty="0"/>
          </a:p>
        </p:txBody>
      </p:sp>
      <p:sp>
        <p:nvSpPr>
          <p:cNvPr id="12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86584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8658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un Pull Request en estado draft vinculado al issue.</a:t>
            </a:r>
            <a:endParaRPr lang="en-US" sz="1250" dirty="0"/>
          </a:p>
        </p:txBody>
      </p:sp>
      <p:sp>
        <p:nvSpPr>
          <p:cNvPr id="15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53512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 una sesión del agente en un entorno basado en GitHub Actions.</a:t>
            </a:r>
            <a:endParaRPr lang="en-US" sz="1250" dirty="0"/>
          </a:p>
        </p:txBody>
      </p:sp>
      <p:sp>
        <p:nvSpPr>
          <p:cNvPr id="18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Realiza commits en la rama y actualiza el cuerpo del PR con mensajes de estado.</a:t>
            </a:r>
            <a:endParaRPr lang="en-US" sz="1250" dirty="0"/>
          </a:p>
        </p:txBody>
      </p:sp>
      <p:sp>
        <p:nvSpPr>
          <p:cNvPr id="21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873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 el evento Copilot finished work y solicita revisión.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Y API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y cómo asignar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la interfaz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Issues, luego Assignees y Copilot en GitHub.com.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lista de issues del repositorio.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Projects.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Mobile.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CLI mediante gh issue edit.</a:t>
            </a:r>
            <a:endParaRPr lang="en-US" sz="1250" dirty="0"/>
          </a:p>
        </p:txBody>
      </p:sp>
      <p:sp>
        <p:nvSpPr>
          <p:cNvPr id="8" name="Panel de AP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143000"/>
            <a:ext cx="4023360" cy="301752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mediante GraphQL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la disponibilidad consultando suggestedActors y comprobando copilot-swe-agent.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 el ID del repositorio.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y asignar con createIssue usando el ID del repositorio y el del bot.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un issue existente con replaceActorsForAssignable.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recibe el título, la descripción y los comentarios existentes al momento de la asignación; la información nueva debe agregarse como comentario en el PR del agente.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SEÑALES DURANTE EL TRABAJO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del progreso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Confirmación inmediata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reacciona al issue para indicar que recibió la tarea.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del PR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un draft Pull Request vinculado al issue original.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activa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 Copilot started work en la timeline; actualiza el cuerpo del PR y hace commits.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de sesión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la página Agents, View session muestra las acciones en tiempo real y Stop session detiene la ejecución.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Finalización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 Copilot finished work y se solicita una revisión.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Sesiones pasadas y actuales quedan disponibles para consulta.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NORMAL DE REVISIÓN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Iterar con Copilot</a:t>
            </a:r>
            <a:endParaRPr lang="en-US" sz="2400" dirty="0"/>
          </a:p>
        </p:txBody>
      </p:sp>
      <p:sp>
        <p:nvSpPr>
          <p:cNvPr id="6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Mencionar @copilot en un comentario del Pull Request para solicitar cambios.</a:t>
            </a:r>
            <a:endParaRPr lang="en-US" sz="1250" dirty="0"/>
          </a:p>
        </p:txBody>
      </p:sp>
      <p:sp>
        <p:nvSpPr>
          <p:cNvPr id="9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48256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se procesan comentarios de usuarios con permisos de escritura.</a:t>
            </a:r>
            <a:endParaRPr lang="en-US" sz="1250" dirty="0"/>
          </a:p>
        </p:txBody>
      </p:sp>
      <p:sp>
        <p:nvSpPr>
          <p:cNvPr id="12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15184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reacciona al comentario para confirmar que recibió la solicitud.</a:t>
            </a:r>
            <a:endParaRPr lang="en-US" sz="1250" dirty="0"/>
          </a:p>
        </p:txBody>
      </p:sp>
      <p:sp>
        <p:nvSpPr>
          <p:cNvPr id="15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82112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8211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 Copilot started work en la timeline mientras retoma la tarea.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HUMANO DEL MERGE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Aprobaciones y workflows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Pull Requests creados por Copilot siempre están en estado draft.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Requieren aprobación humana antes del merge.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workflows de GitHub Actions no se ejecutan automáticamente.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ejecutarlos se debe seleccionar Approve and run workflows en el cuadro de merge.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desarrollador que solicitó la creación del PR no puede aprobarlo.</a:t>
            </a:r>
            <a:endParaRPr lang="en-US" sz="1400" dirty="0"/>
          </a:p>
        </p:txBody>
      </p:sp>
      <p:sp>
        <p:nvSpPr>
          <p:cNvPr id="7" name="Recuadro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7772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118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Así se mantienen las reglas de revisiones requeridas y se garantiza una revisión independiente del trabajo del agente.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FRECUENTES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Troubleshooting: acceso y asignación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no aparece en Assignees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que el plan sea Pro, Pro+, Business o Enterprise y que el agente no esté deshabilitado en la organización o el repositorio.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887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280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personales EMU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7468" y="171907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no está disponible; utilizar repositorios propiedad de una organización.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089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create a pull request desde Chat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4088" y="354787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Comprobar la disponibilidad del agente y, en IDEs, mencionar @github en el prompt.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7468" y="31089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asignó un issue y no ocurre nada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87468" y="354787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Actualizar la página y buscar la reacción del agente y, después, el draft Pull Request.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FRECUENTES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Troubleshooting: ejecución y entorno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creado pero sin progreso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la timeline buscando Copilot started work y abrir los logs de sesión.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responde a un comentario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Comprobar permisos de escritura y que se haya mencionado @copilot en el PR del agente.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parece bloqueado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sesiones se recuperan y tienen timeout de una hora; reasignar el issue o volver a publicar el comentario.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no se ejecutan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Approve and run workflows en el cuadro de merge.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pushes no pasan CI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 instrucciones claras en .github/copilot-instructions.md para validar con tests y linters.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e imágenes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advertencias muestran dirección y comando bloqueados; las imágenes superiores a 3,00 MiB se eliminan.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Personalizar, extender y validar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previo, MCP y prácticas de testing antes del merge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COPILOT-SETUP-STEPS.YML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Preconfigurar el entorno de desarrollo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.github/workflows/copilot-setup-steps.yml en la rama predeterminada del repositorio.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un único job llamado copilot-setup-steps con los pasos para instalar dependencias y configurar herramientas.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workflow puede ejecutarse de forma independiente para validarlo.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se ejecuta automáticamente antes de iniciar el agente, mejorando confiabilidad y velocidad.</a:t>
            </a:r>
            <a:endParaRPr lang="en-US" sz="1250" dirty="0"/>
          </a:p>
        </p:txBody>
      </p:sp>
      <p:sp>
        <p:nvSpPr>
          <p:cNvPr id="7" name="Bloque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8138160" cy="201168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07208"/>
            <a:ext cx="7772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copilot-setup-steps: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permissions: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contents: read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Checkout 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actions/checkout@v5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Set up Node.js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actions/setup-node@v4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node-version: "20"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DEL JOB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Claves permitidas, runners y Git LFS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Claves de configuración admitidas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runs-on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timeout-minutes, hasta 59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fetch-depth de actions/checkout se sobrescribe para permitir un rollback seguro.</a:t>
            </a:r>
            <a:endParaRPr lang="en-US" sz="1100" dirty="0"/>
          </a:p>
        </p:txBody>
      </p:sp>
      <p:sp>
        <p:nvSpPr>
          <p:cNvPr id="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188720"/>
            <a:ext cx="402336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188720"/>
            <a:ext cx="54864" cy="105156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80160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Larger GitHub-hosted runners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8888" y="1719072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primero los runners de mayor tamaño y configurar runs-on con el label o grupo, por ejemplo ubuntu-4-core. Solo Ubuntu x64; sin self-hosted runners.</a:t>
            </a:r>
            <a:endParaRPr lang="en-US" sz="105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468880"/>
            <a:ext cx="402336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4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468880"/>
            <a:ext cx="54864" cy="105156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560320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LFS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18888" y="2999232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repositorio usa Large File Storage, habilitarlo en los pasos con actions/checkout y lfs activado.</a:t>
            </a:r>
            <a:endParaRPr lang="en-US" sz="1050" dirty="0"/>
          </a:p>
        </p:txBody>
      </p:sp>
      <p:sp>
        <p:nvSpPr>
          <p:cNvPr id="1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749040"/>
            <a:ext cx="402336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749040"/>
            <a:ext cx="54864" cy="105156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840480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18888" y="4279392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acceso a Internet está limitado por defecto para reducir el riesgo de exfiltración; puede personalizarse o deshabilitarse.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Extender el agente con MCP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es un estándar abierto para conectar modelos de lenguaje con herramientas y datos.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puede utilizar herramientas de servidores MCP locales o remotos para ampliar sus capacidades.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Admite herramientas MCP, pero no recursos ni prompts.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servidores MCP remotos que requieren OAuth no son compatibles.</a:t>
            </a:r>
            <a:endParaRPr lang="en-US" sz="135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8346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MCP Server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327355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 a issues, Pull Requests y datos de GitHub mediante un token de solo lectura limitado al repositorio actual, personalizable.</a:t>
            </a:r>
            <a:endParaRPr lang="en-US" sz="105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743200"/>
            <a:ext cx="395478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74320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7468" y="283464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MCP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87468" y="3273552"/>
            <a:ext cx="35707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leer, interactuar y tomar capturas de páginas web accesibles desde el entorno del agente, incluido localhost.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GOBERNANZA DE HERRAMIENTAS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y buenas prácticas de MCP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declaran los servidores MCP mediante una configuración JSON en el repositorio.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vez configurados, el agente usa las herramientas disponibles de forma autónoma, sin aprobación en cada uso.</a:t>
            </a:r>
            <a:endParaRPr lang="en-US" sz="135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31720"/>
            <a:ext cx="395478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31720"/>
            <a:ext cx="54864" cy="10058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423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terceros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862072"/>
            <a:ext cx="3570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Evaluar rendimiento y calidad de los resultados de cada servidor.</a:t>
            </a:r>
            <a:endParaRPr lang="en-US" sz="105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331720"/>
            <a:ext cx="395478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2331720"/>
            <a:ext cx="54864" cy="10058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7468" y="242316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Preferir lectura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87468" y="2862072"/>
            <a:ext cx="3570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herramientas de solo lectura sobre las de escritura.</a:t>
            </a:r>
            <a:endParaRPr lang="en-US" sz="1050" dirty="0"/>
          </a:p>
        </p:txBody>
      </p:sp>
      <p:sp>
        <p:nvSpPr>
          <p:cNvPr id="15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395478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54864" cy="10058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657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Escritura mínima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" y="4096512"/>
            <a:ext cx="3570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Permitir únicamente las herramientas de escritura necesarias.</a:t>
            </a:r>
            <a:endParaRPr lang="en-US" sz="1050" dirty="0"/>
          </a:p>
        </p:txBody>
      </p:sp>
      <p:sp>
        <p:nvSpPr>
          <p:cNvPr id="1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566160"/>
            <a:ext cx="395478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566160"/>
            <a:ext cx="54864" cy="10058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7468" y="3657600"/>
            <a:ext cx="35707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antes de guardar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87468" y="4096512"/>
            <a:ext cx="3570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cuidadosamente la configuración MCP antes de aplicarla.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CALIDAD SIGUE SIENDO RESPONSABILIDAD DEL EQUIPO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y validación del resultado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CI con tests, linters y análisis de seguridad en cada Pull Request generado por el agente.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Estos checks no se ejecutan hasta seleccionar Approve and run workflows.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Inspeccionar manualmente las áreas de alto impacto o sensibles.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al agente la generación de tests siguiendo el estilo del repositorio.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 rulesets para exigir que los PRs superen tests, scanning y linting antes del merge.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Etiquetar los PRs del agente para facilitar monitoreo, clasificación y reversión.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Ajustar .github/copilot-instructions.md cuando se detecten errores repetitivos.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Revertir rápidamente los cambios cuando sea necesario y pedir nuevas modificaciones.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APORTAN MÁS VALOR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intencional de las PRUs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630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tests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9019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suites de pruebas en múltiples archivos.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3716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4630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Auditorías amplias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9019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que abarcan varios directorios del repositorio.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3716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3716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630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Áreas de riesgo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9019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profundo de componentes sensibles o críticos.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verificaciones ligeras consumen menos PRUs, por lo que conviene reservarlas de forma intencional para las validaciones que realmente exigen mayor razonamiento.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en GitHub.com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funciona de extremo a extremo y cómo obtener mejores resultados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PROMPT AL PULL REQUEST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Funcionamiento de extremo a extremo</a:t>
            </a:r>
            <a:endParaRPr lang="en-US" sz="2400" dirty="0"/>
          </a:p>
        </p:txBody>
      </p:sp>
      <p:sp>
        <p:nvSpPr>
          <p:cNvPr id="6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 del prompt: la tarea del issue, comentario o Chat se combina con contexto relevante.</a:t>
            </a:r>
            <a:endParaRPr lang="en-US" sz="1250" dirty="0"/>
          </a:p>
        </p:txBody>
      </p:sp>
      <p:sp>
        <p:nvSpPr>
          <p:cNvPr id="9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entradas pueden incluir lenguaje natural, fragmentos de código e imágenes.</a:t>
            </a:r>
            <a:endParaRPr lang="en-US" sz="1250" dirty="0"/>
          </a:p>
        </p:txBody>
      </p:sp>
      <p:sp>
        <p:nvSpPr>
          <p:cNvPr id="12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40864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4086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mediante el modelo de lenguaje, que razona sobre la tarea y usa las herramientas necesarias.</a:t>
            </a:r>
            <a:endParaRPr lang="en-US" sz="1250" dirty="0"/>
          </a:p>
        </p:txBody>
      </p:sp>
      <p:sp>
        <p:nvSpPr>
          <p:cNvPr id="15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07792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respuesta con sugerencias en lenguaje natural y de código.</a:t>
            </a:r>
            <a:endParaRPr lang="en-US" sz="1250" dirty="0"/>
          </a:p>
        </p:txBody>
      </p:sp>
      <p:sp>
        <p:nvSpPr>
          <p:cNvPr id="18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74720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47472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Formateo de resultados: actualiza la descripción del PR con los cambios y las limitaciones encontradas.</a:t>
            </a:r>
            <a:endParaRPr lang="en-US" sz="1250" dirty="0"/>
          </a:p>
        </p:txBody>
      </p:sp>
      <p:sp>
        <p:nvSpPr>
          <p:cNvPr id="21" name="Marcador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329184" cy="329184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feedback del usuario vuelve al modelo y el agente responde con los cambios actualizados.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realiza red teaming como parte de su proceso de desarrollo para comprender y mejorar la seguridad del agente.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APORTA MÁS EL AGENTE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uso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 del código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Correcciones de seguridad, actualización de dependencias y refactorizaciones específicas.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Actualización y creación de documentación del proyecto.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de funcionalidades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Implementación de solicitudes incrementales bien delimitadas.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tests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de suites adicionales de pruebas.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Prototipado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 nuevos proyectos y conceptos.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256032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71800"/>
            <a:ext cx="54864" cy="15544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632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efímero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 código, ejecuta tests automatizados y linters durante el trabajo.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DELIMITAR BIEN UNA TAREA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Mejorar el rendimiento y personalizar el contexto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bien delimitadas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descripción clara del problema o del trabajo requerido.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aceptación completos sobre cómo debe ser una solución correcta.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Indicaciones sobre los archivos que deben modificarse.</a:t>
            </a:r>
            <a:endParaRPr lang="en-US" sz="1250" dirty="0"/>
          </a:p>
        </p:txBody>
      </p:sp>
      <p:sp>
        <p:nvSpPr>
          <p:cNvPr id="8" name="Panel de contex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143000"/>
            <a:ext cx="4023360" cy="2834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Personalizar el contexto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Copilot instructions para explicar cómo construir, probar y validar los cambios.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entorno de desarrollo previo del agente.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configuración del firewall.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capacidades disponibles mediante MCP.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inglés es el idioma principal soportado tras la evaluación del agente en diversos lenguajes de programación.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HERRAMIENTA, NO REEMPLAZO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Medidas de seguridad y desarrollo seguro</a:t>
            </a:r>
            <a:endParaRPr lang="en-US" sz="24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56032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escalación de privilegios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1719072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responde a usuarios con permisos de escritura, los workflows requieren aprobación y los caracteres ocultos se filtran.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56032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Limitar permisos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1719072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 solo a su repositorio, hace push únicamente a ramas copilot/ y no accede a los secrets de la organización.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560320" cy="1600200"/>
          </a:xfrm>
          <a:prstGeom prst="rect">
            <a:avLst/>
          </a:prstGeom>
          <a:solidFill>
            <a:srgbClr val="EAF2FB"/>
          </a:solidFill>
          <a:ln w="12700">
            <a:solidFill>
              <a:srgbClr val="D7E3F0"/>
            </a:solidFill>
            <a:prstDash val="solid"/>
          </a:ln>
          <a:effectLst>
            <a:outerShdw blurRad="101600" dist="25400" dir="81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54864" cy="1600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Prevenir la exfiltración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firewall está habilitado por defecto para evitar la salida accidental o maliciosa de código e información.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Prácticas de desarrollo seguro al revisar el código generado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secretos hardcodeados y prevenir vulnerabilidades de inyección.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Realizar testing riguroso y ejecutar análisis de propiedad intelectual y de vulnerabilidades.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y probar siempre el contenido generado antes del merge.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868680"/>
            <a:ext cx="777240" cy="4572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TENER PRESENTE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generales y feedback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y calidad limitados: el modelo puede tener dificultades con estructuras poco comunes y la calidad varía según la cobertura del lenguaje.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Sesgos potenciales: los datos de entrenamiento y el contexto recuperado pueden inclinar al agente hacia determinados lenguajes o estilos.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Riesgos de seguridad: el código generado podría exponer información sensible si no se revisa de forma exhaustiva.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inexacto: puede parecer correcto pero ser semántica o sintácticamente incorrecto o no coincidir con la intención.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público: puede producir coincidencias con código público incluso con Block configurado y sin proporcionar referencias.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Aspectos legales y regulatorios: se debe garantizar el cumplimiento y evitar usos prohibidos por los términos de servicio.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feedback se comparte con el botón de thumbs-down debajo de una respuesta del agente o en el foro de discusión de la comunidad, y conviene monitorear nuevos riesgos y buenas prácticas a medida que el agente evoluciona.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clave</a:t>
            </a:r>
            <a:endParaRPr lang="en-US" sz="2800" dirty="0"/>
          </a:p>
        </p:txBody>
      </p:sp>
      <p:sp>
        <p:nvSpPr>
          <p:cNvPr id="4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32588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17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Autonomía con control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trabaja solo, pero el humano decide el PR y el merge.</a:t>
            </a:r>
            <a:endParaRPr lang="en-US" sz="1050" dirty="0"/>
          </a:p>
        </p:txBody>
      </p:sp>
      <p:sp>
        <p:nvSpPr>
          <p:cNvPr id="7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32588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por diseño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Sandbox, ramas copilot/, firewall y permisos de escritura.</a:t>
            </a:r>
            <a:endParaRPr lang="en-US" sz="1050" dirty="0"/>
          </a:p>
        </p:txBody>
      </p:sp>
      <p:sp>
        <p:nvSpPr>
          <p:cNvPr id="10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bien delimitadas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Descripción clara, criterios de aceptación y archivos objetivo.</a:t>
            </a:r>
            <a:endParaRPr lang="en-US" sz="1050" dirty="0"/>
          </a:p>
        </p:txBody>
      </p:sp>
      <p:sp>
        <p:nvSpPr>
          <p:cNvPr id="13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7744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preparado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copilot-setup-steps.yml y MCP mejoran confiabilidad y alcance.</a:t>
            </a:r>
            <a:endParaRPr lang="en-US" sz="1050" dirty="0"/>
          </a:p>
        </p:txBody>
      </p:sp>
      <p:sp>
        <p:nvSpPr>
          <p:cNvPr id="16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42900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20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siempre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CI, revisión manual y rulesets antes de integrar los cambios.</a:t>
            </a:r>
            <a:endParaRPr lang="en-US" sz="1050" dirty="0"/>
          </a:p>
        </p:txBody>
      </p:sp>
      <p:sp>
        <p:nvSpPr>
          <p:cNvPr id="19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3429000"/>
            <a:ext cx="3703320" cy="914400"/>
          </a:xfrm>
          <a:prstGeom prst="rect">
            <a:avLst/>
          </a:prstGeom>
          <a:solidFill>
            <a:srgbClr val="12315A"/>
          </a:solidFill>
          <a:ln w="12700">
            <a:solidFill>
              <a:srgbClr val="1E46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520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 intencional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7947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Reservar las PRUs para el trabajo que exige más razonamiento.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2012-07-30T22:48:03Z</dcterms:created>
  <dcterms:modified xsi:type="dcterms:W3CDTF">2026-08-20T20:15:29Z</dcterms:modified>
</cp:coreProperties>
</file>